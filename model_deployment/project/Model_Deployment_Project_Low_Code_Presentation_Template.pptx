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5"/>
    <p:sldMasterId id="214748366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Nunito SemiBold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Nunito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3A4180-C8D0-4D22-BC6A-0C75D2CE7770}">
  <a:tblStyle styleId="{1C3A4180-C8D0-4D22-BC6A-0C75D2CE777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NunitoSemiBold-regular.fntdata"/><Relationship Id="rId21" Type="http://schemas.openxmlformats.org/officeDocument/2006/relationships/slide" Target="slides/slide14.xml"/><Relationship Id="rId24" Type="http://schemas.openxmlformats.org/officeDocument/2006/relationships/font" Target="fonts/NunitoSemiBold-italic.fntdata"/><Relationship Id="rId23" Type="http://schemas.openxmlformats.org/officeDocument/2006/relationships/font" Target="fonts/Nunito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regular.fntdata"/><Relationship Id="rId25" Type="http://schemas.openxmlformats.org/officeDocument/2006/relationships/font" Target="fonts/NunitoSemiBold-boldItalic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NunitoExtraBold-boldItalic.fntdata"/><Relationship Id="rId30" Type="http://schemas.openxmlformats.org/officeDocument/2006/relationships/font" Target="fonts/NunitoExtraBold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23eb50e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f823eb50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{1C3A4180-C8D0-4D22-BC6A-0C75D2CE7770}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11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64" name="Google Shape;64;p13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3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80" name="Google Shape;80;p17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{1C3A4180-C8D0-4D22-BC6A-0C75D2CE7770}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6" name="Google Shape;56;p12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2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p12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2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7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/>
              <a:t>Presentation Title</a:t>
            </a:r>
            <a:endParaRPr sz="3600"/>
          </a:p>
        </p:txBody>
      </p:sp>
      <p:sp>
        <p:nvSpPr>
          <p:cNvPr id="106" name="Google Shape;106;p23"/>
          <p:cNvSpPr txBox="1"/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3000"/>
              <a:t>Project and Course Name</a:t>
            </a:r>
            <a:endParaRPr b="0" sz="3000"/>
          </a:p>
        </p:txBody>
      </p:sp>
      <p:sp>
        <p:nvSpPr>
          <p:cNvPr id="107" name="Google Shape;107;p23"/>
          <p:cNvSpPr txBox="1"/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1600"/>
              <a:t>Date</a:t>
            </a:r>
            <a:endParaRPr b="0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Contents / Agenda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Executive Summary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Business Problem Overview and Solution Approach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EDA Results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Preprocessing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Building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Performance Summary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Deployment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Executive Summary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9" name="Google Shape;119;p2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mention actionable insights &amp; recommendations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Business Problem Overview and Solution Approach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5" name="Google Shape;125;p2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define the problem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mention the solution approach / methodology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EDA Results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2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mention the key results from EDA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i="1" sz="1200">
              <a:solidFill>
                <a:srgbClr val="000000"/>
              </a:solidFill>
            </a:endParaRPr>
          </a:p>
        </p:txBody>
      </p:sp>
      <p:sp>
        <p:nvSpPr>
          <p:cNvPr id="132" name="Google Shape;132;p27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action="ppaction://hlinksldjump" r:id="rId3"/>
              </a:rPr>
              <a:t>Link to Appendix slide on data background check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Preprocessing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8" name="Google Shape;138;p2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Feature Engineering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Outlier check (</a:t>
            </a:r>
            <a:r>
              <a:rPr lang="en" sz="1400">
                <a:solidFill>
                  <a:srgbClr val="2D3B45"/>
                </a:solidFill>
                <a:highlight>
                  <a:schemeClr val="lt1"/>
                </a:highlight>
              </a:rPr>
              <a:t>treatment </a:t>
            </a: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if needed)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Data preparation for modeling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Pre-processing pipeline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Background and Contents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4" name="Google Shape;144;p2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Please mention the data background and contents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Building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0" name="Google Shape;150;p30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Please mention the model building steps of the chosen models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Comment on the model performance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Improvement - Hyperparameter Tuning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6" name="Google Shape;156;p3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Please comment on the improvement in the model performance by hyperparameter tuning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</a:t>
            </a:r>
            <a:endParaRPr i="1"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i="1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Performance Summary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2" name="Google Shape;162;p3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Overview of final ML model and its parameters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Summary of key performance metrics for training and test data in tabular format for comparison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i="1"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63" name="Google Shape;163;p32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Deployment - Single Inference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9" name="Google Shape;169;p3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Add screenshots of the deployed Streamlit application showing a single inference along with the response and the forwarded URL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70" name="Google Shape;170;p33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Deployment - Batch Inference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3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Add screenshots of the deployed Streamlit application showing a batch inference along with the response.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77" name="Google Shape;177;p34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Slide Header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3" name="Google Shape;183;p3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Please add any other pointers (if needed)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91" name="Google Shape;191;p36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